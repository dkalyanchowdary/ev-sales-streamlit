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D78E3-DA38-4F3E-80C2-733AC1614DC0}" v="19" dt="2025-12-31T10:26:00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B9D7D-D808-4D29-BAC5-2590E529911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E9629-38E1-410C-A261-95FFD8802B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92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can realistically run in a small clinic. It fits into existing routines and does not require extra staff or complex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deliberately avoided over-automation. Human judgment is preserved where it matters, and automation is used only where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6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87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4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7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7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8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60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5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8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9622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87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04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17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68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DT Business Analyst Assignment</a:t>
            </a:r>
          </a:p>
        </p:txBody>
      </p:sp>
      <p:pic>
        <p:nvPicPr>
          <p:cNvPr id="6" name="title">
            <a:hlinkClick r:id="" action="ppaction://media"/>
            <a:extLst>
              <a:ext uri="{FF2B5EF4-FFF2-40B4-BE49-F238E27FC236}">
                <a16:creationId xmlns:a16="http://schemas.microsoft.com/office/drawing/2014/main" id="{CD3AC54A-B00F-F0E5-0EF8-2FD45BE143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95772" y="5990771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two low-friction systems for small clinics</a:t>
            </a:r>
          </a:p>
          <a:p>
            <a:r>
              <a:t>Inventory micro-audits detect errors within 24 hours</a:t>
            </a:r>
          </a:p>
          <a:p>
            <a:r>
              <a:t>Patient communication system removes WhatsApp chaos</a:t>
            </a:r>
          </a:p>
          <a:p>
            <a:r>
              <a:t>Doctor involvement reduced to short review windows</a:t>
            </a:r>
          </a:p>
          <a:p>
            <a:r>
              <a:t>Systems runnable daily with existing staff and tools</a:t>
            </a:r>
          </a:p>
        </p:txBody>
      </p:sp>
      <p:pic>
        <p:nvPicPr>
          <p:cNvPr id="4" name="summary">
            <a:hlinkClick r:id="" action="ppaction://media"/>
            <a:extLst>
              <a:ext uri="{FF2B5EF4-FFF2-40B4-BE49-F238E27FC236}">
                <a16:creationId xmlns:a16="http://schemas.microsoft.com/office/drawing/2014/main" id="{4C19DC29-2941-14A3-D2A9-955D3E5F58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13100" y="5925457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8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Inventory Micro-Audit – Daily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high-risk medicines</a:t>
            </a:r>
          </a:p>
          <a:p>
            <a:r>
              <a:t>Check name variations</a:t>
            </a:r>
          </a:p>
          <a:p>
            <a:r>
              <a:t>Validate usage reasonableness</a:t>
            </a:r>
          </a:p>
          <a:p>
            <a:r>
              <a:t>Run random bill spot checks</a:t>
            </a:r>
          </a:p>
          <a:p>
            <a:r>
              <a:t>Log errors and correct immediately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D2AA21F-F536-DB47-36C6-6F03FCB592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64329" y="604520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Task 1 – Execution Practicality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20–30 minutes per day</a:t>
            </a:r>
          </a:p>
          <a:p>
            <a:r>
              <a:rPr dirty="0"/>
              <a:t>Uses existing HMS reports</a:t>
            </a:r>
          </a:p>
          <a:p>
            <a:r>
              <a:rPr dirty="0"/>
              <a:t>No barcodes </a:t>
            </a:r>
            <a:r>
              <a:rPr lang="en-IN" dirty="0"/>
              <a:t>items and not mapped items</a:t>
            </a:r>
            <a:endParaRPr dirty="0"/>
          </a:p>
          <a:p>
            <a:r>
              <a:rPr dirty="0"/>
              <a:t>Errors corrected, not punished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C0CF31D-2D1E-04B2-5A43-E852369D16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11457" y="604520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High-Risk Medicine Identification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99816"/>
              </p:ext>
            </p:extLst>
          </p:nvPr>
        </p:nvGraphicFramePr>
        <p:xfrm>
          <a:off x="457200" y="1850571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549">
                <a:tc>
                  <a:txBody>
                    <a:bodyPr/>
                    <a:lstStyle/>
                    <a:p>
                      <a:r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 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Dolo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volume + name variations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dirty="0"/>
                        <a:t>Azithromycin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Abbreviations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dirty="0"/>
                        <a:t>Pantoprazole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Frequent prescription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dirty="0"/>
                        <a:t>Cetirizine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High frequency, low attention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47C1115-DE5E-B18F-4D29-69E4FD839D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97800" y="6001657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0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 Variation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Entered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Mapped Master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Dolo / Dolo kind / Dolo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Dolo 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Azithro / Azithromycin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Azithromycin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CF25704-8E5C-EAFD-15E0-B6A337DBF5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18714" y="582748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Reasonableness Check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968486"/>
              </p:ext>
            </p:extLst>
          </p:nvPr>
        </p:nvGraphicFramePr>
        <p:xfrm>
          <a:off x="457200" y="2013855"/>
          <a:ext cx="8229600" cy="3287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5829">
                <a:tc>
                  <a:txBody>
                    <a:bodyPr/>
                    <a:lstStyle/>
                    <a:p>
                      <a:r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829">
                <a:tc>
                  <a:txBody>
                    <a:bodyPr/>
                    <a:lstStyle/>
                    <a:p>
                      <a:r>
                        <a:t>Dolo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sales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829">
                <a:tc>
                  <a:txBody>
                    <a:bodyPr/>
                    <a:lstStyle/>
                    <a:p>
                      <a:r>
                        <a:t>Azithromycin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Check missed billing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BF7DC1C-D1A1-BAAE-791C-2BAB14A056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13486" y="5990771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2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Bill Spot Check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 3–5 bills involving high-risk medicines</a:t>
            </a:r>
          </a:p>
          <a:p>
            <a:r>
              <a:t>Verify name accuracy and quantity</a:t>
            </a:r>
          </a:p>
          <a:p>
            <a:r>
              <a:t>Random selection prevents staff gaming</a:t>
            </a:r>
          </a:p>
          <a:p>
            <a:r>
              <a:t>Errors corrected, not punished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18B1B95-8B2D-670E-7DCA-84E127436B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30457" y="5566229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Error Pattern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Aug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Dolo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Aug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Dolo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Wrong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Aug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Azithromycin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Missed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Patient Care &amp; Communication –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7184186" cy="3553218"/>
          </a:xfrm>
        </p:spPr>
        <p:txBody>
          <a:bodyPr/>
          <a:lstStyle/>
          <a:p>
            <a:r>
              <a:rPr dirty="0"/>
              <a:t>Classify message type</a:t>
            </a:r>
          </a:p>
          <a:p>
            <a:r>
              <a:rPr lang="en-US" dirty="0"/>
              <a:t>All communication routed through one control sheet</a:t>
            </a:r>
          </a:p>
          <a:p>
            <a:r>
              <a:rPr lang="en-US" dirty="0"/>
              <a:t>Routine messages automated</a:t>
            </a:r>
            <a:endParaRPr dirty="0"/>
          </a:p>
          <a:p>
            <a:r>
              <a:rPr dirty="0"/>
              <a:t>Doctor reviews only exceptions</a:t>
            </a:r>
          </a:p>
          <a:p>
            <a:r>
              <a:rPr dirty="0"/>
              <a:t>Batch patient questions</a:t>
            </a:r>
          </a:p>
          <a:p>
            <a:r>
              <a:rPr dirty="0"/>
              <a:t>Dispatch approved messages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4E87B69-CC87-21A9-FC47-AAE72C2F7E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65885" y="6001657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53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Type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880164"/>
              </p:ext>
            </p:extLst>
          </p:nvPr>
        </p:nvGraphicFramePr>
        <p:xfrm>
          <a:off x="457200" y="1864359"/>
          <a:ext cx="8229600" cy="3676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421">
                <a:tc>
                  <a:txBody>
                    <a:bodyPr/>
                    <a:lstStyle/>
                    <a:p>
                      <a:r>
                        <a:t>Message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Doctor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702">
                <a:tc>
                  <a:txBody>
                    <a:bodyPr/>
                    <a:lstStyle/>
                    <a:p>
                      <a:r>
                        <a:t>Follow-up Reminder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Visit on Aug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702">
                <a:tc>
                  <a:txBody>
                    <a:bodyPr/>
                    <a:lstStyle/>
                    <a:p>
                      <a:r>
                        <a:t>Post-Procedure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Swelling is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702">
                <a:tc>
                  <a:txBody>
                    <a:bodyPr/>
                    <a:lstStyle/>
                    <a:p>
                      <a:r>
                        <a:t>Side-Effect Advisory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Nausea may occur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702">
                <a:tc>
                  <a:txBody>
                    <a:bodyPr/>
                    <a:lstStyle/>
                    <a:p>
                      <a:r>
                        <a:t>Custom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Avoid sun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238">
                <a:tc>
                  <a:txBody>
                    <a:bodyPr/>
                    <a:lstStyle/>
                    <a:p>
                      <a:r>
                        <a:t>Patient Question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Regarding 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07289B3-4614-6B7C-858C-45FC9B1FD7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91286" y="6208485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8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Automation vs Human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for routine, repetitive tasks</a:t>
            </a:r>
          </a:p>
          <a:p>
            <a:r>
              <a:t>Human judgment for medical nuance</a:t>
            </a:r>
          </a:p>
          <a:p>
            <a:r>
              <a:t>Doctor involved only when risk is high</a:t>
            </a:r>
          </a:p>
          <a:p>
            <a:r>
              <a:t>System absorbs minor mistakes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145351F-E58C-8753-B038-F6ABA10930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6300" y="5566229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7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 Control Sheet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29661"/>
              </p:ext>
            </p:extLst>
          </p:nvPr>
        </p:nvGraphicFramePr>
        <p:xfrm>
          <a:off x="457200" y="1872342"/>
          <a:ext cx="8229600" cy="383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4930">
                <a:tc>
                  <a:txBody>
                    <a:bodyPr/>
                    <a:lstStyle/>
                    <a:p>
                      <a:r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Doctor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614">
                <a:tc>
                  <a:txBody>
                    <a:bodyPr/>
                    <a:lstStyle/>
                    <a:p>
                      <a:r>
                        <a:t>Ramesh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Follow-up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614">
                <a:tc>
                  <a:txBody>
                    <a:bodyPr/>
                    <a:lstStyle/>
                    <a:p>
                      <a:r>
                        <a:t>Sita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Procedure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Post-Procedure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5614">
                <a:tc>
                  <a:txBody>
                    <a:bodyPr/>
                    <a:lstStyle/>
                    <a:p>
                      <a:r>
                        <a:t>Arjun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Waiting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 Review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 items requiring doctor approval</a:t>
            </a:r>
          </a:p>
          <a:p>
            <a:r>
              <a:t>10-minute focused review</a:t>
            </a:r>
          </a:p>
          <a:p>
            <a:r>
              <a:t>Doctor dictates, staff types</a:t>
            </a:r>
          </a:p>
          <a:p>
            <a:r>
              <a:t>No WhatsApp or individual replies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Doctor time protected</a:t>
            </a:r>
          </a:p>
          <a:p>
            <a:r>
              <a:rPr dirty="0"/>
              <a:t>Inventory errors caught early</a:t>
            </a:r>
            <a:endParaRPr lang="en-IN" dirty="0"/>
          </a:p>
          <a:p>
            <a:r>
              <a:rPr lang="en-US" dirty="0"/>
              <a:t>Billing discipline improves</a:t>
            </a:r>
          </a:p>
          <a:p>
            <a:r>
              <a:rPr lang="en-US" dirty="0"/>
              <a:t>Doctor workload reduced significantly</a:t>
            </a:r>
            <a:endParaRPr dirty="0"/>
          </a:p>
          <a:p>
            <a:r>
              <a:rPr dirty="0"/>
              <a:t>Patient communication standardized</a:t>
            </a:r>
          </a:p>
          <a:p>
            <a:r>
              <a:rPr dirty="0"/>
              <a:t>Clinic operations predictable and calm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2F58E1C-523F-3DED-E45A-D1B14317FA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6300" y="5874663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447</Words>
  <Application>Microsoft Office PowerPoint</Application>
  <PresentationFormat>On-screen Show (4:3)</PresentationFormat>
  <Paragraphs>140</Paragraphs>
  <Slides>15</Slides>
  <Notes>2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Century Gothic</vt:lpstr>
      <vt:lpstr>Wingdings 3</vt:lpstr>
      <vt:lpstr>Ion</vt:lpstr>
      <vt:lpstr>DT Business Analyst Assignment</vt:lpstr>
      <vt:lpstr>Executive Summary</vt:lpstr>
      <vt:lpstr>Task 1: Inventory Micro-Audit – Daily Flow</vt:lpstr>
      <vt:lpstr>4. Task 1 – Execution Practicality</vt:lpstr>
      <vt:lpstr>High-Risk Medicine Identification</vt:lpstr>
      <vt:lpstr>Name Variation Mapping</vt:lpstr>
      <vt:lpstr>Usage Reasonableness Check</vt:lpstr>
      <vt:lpstr>Random Bill Spot Check Logic</vt:lpstr>
      <vt:lpstr>Weekly Error Pattern Log</vt:lpstr>
      <vt:lpstr>Task 2: Patient Care &amp; Communication – Flow</vt:lpstr>
      <vt:lpstr>Message Type Classification</vt:lpstr>
      <vt:lpstr>7. Automation vs Human Judgment</vt:lpstr>
      <vt:lpstr>Care Control Sheet Structure</vt:lpstr>
      <vt:lpstr>Doctor Review Window</vt:lpstr>
      <vt:lpstr>Final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Doppalapudi kalyanchowdary</dc:creator>
  <cp:keywords/>
  <dc:description>generated using python-pptx</dc:description>
  <cp:lastModifiedBy>Doppalapudi kalyanchowdary</cp:lastModifiedBy>
  <cp:revision>2</cp:revision>
  <dcterms:created xsi:type="dcterms:W3CDTF">2013-01-27T09:14:16Z</dcterms:created>
  <dcterms:modified xsi:type="dcterms:W3CDTF">2025-12-31T10:27:22Z</dcterms:modified>
  <cp:category/>
</cp:coreProperties>
</file>